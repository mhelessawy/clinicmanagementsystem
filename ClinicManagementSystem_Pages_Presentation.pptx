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6000" b="1">
                <a:solidFill>
                  <a:srgbClr val="FFFFFF"/>
                </a:solidFill>
              </a:defRPr>
            </a:pPr>
            <a:r>
              <a:t>نظام إدارة العيادات</a:t>
            </a:r>
          </a:p>
          <a:p>
            <a:pPr algn="ctr">
              <a:defRPr sz="4800">
                <a:solidFill>
                  <a:srgbClr val="3498DB"/>
                </a:solidFill>
              </a:defRPr>
            </a:pPr>
            <a:r>
              <a:t>Clinic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عرض شامل لجميع صفحات الموقع</a:t>
            </a:r>
          </a:p>
          <a:p>
            <a:pPr algn="ctr">
              <a:defRPr sz="2400">
                <a:solidFill>
                  <a:srgbClr val="F39C12"/>
                </a:solidFill>
              </a:defRPr>
            </a:pPr>
            <a:r>
              <a:t>Complete Overview of All Website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5486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7AE60"/>
                </a:solidFill>
              </a:defRPr>
            </a:pPr>
            <a:r>
              <a:t>ASP.NET Core 8 MVC • Bootstrap 5 • SQL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قسم المصادقة والأمان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Authentication &amp; Security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صفحات تسجيل الدخول والأمان</a:t>
            </a:r>
            <a:br/>
            <a:r>
              <a:t>Login and Security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صفحة تسجيل الدخول | Login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تصميم عصري بخلفية متدرجة جذابة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Modern design with attractive gradient background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اختيار نوع المستخدم (مدير، طبيب، مساعد)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User type selection (Admin, Doctor, Assistant)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أيقونات تفاعلية لكل نوع مستخدم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Interactive icons for each user type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نظام حماية CSRF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CSRF protection system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رسائل خطأ ونجاح واضحة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Clear error and success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خلفية متدرجة (Gradient Background) باللون الأزرق والبنفسجي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نموذج تسجيل دخول (Login Form) مع اختيار نوع المستخدم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👤 أيقونات Font Awesome للمستخدمين (Admin, Doctor, Assistant)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🔒 حقول Username و Password مع Validation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⚠️ Alert Boxes لعرض الرسائل (Success/Error)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🎯 زر Login بتأثيرات Hover جذابة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لوحة التحكم الرئيسية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Main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الصفحة الرئيسية للنظام</a:t>
            </a:r>
            <a:br/>
            <a:r>
              <a:t>System Home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لوحة التحكم (Dashboard) | Dashboard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ترحيبي باسم المستخدم ونوعه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Welcome message with user name and type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4 بطاقات إحصائية رئيسية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4 main statistical cards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الاشتراك للأطباء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Subscription information for doctors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مواعيد اليوم والغد للأطباء والمساعدين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Today's and tomorrow's appointments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تنبيهات انتهاء الاشتراك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Subscription expiration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98DB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4 بطاقات إحصائية: إجمالي الأطباء، المرضى، التشخيصات، تشخيصات اليوم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كل بطاقة بلون مختلف (Primary, Success, Info, Warning)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بطاقة اشتراك الطبيب (نوع الاشتراك، تاريخ البدء/الانتهاء، الأيام المتبقية)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⚠️ تحذير إذا كان الاشتراك سينتهي خلال 7 أيام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📆 جدولين: مواعيد اليوم ومواعيد الغد مع تفاصيل كل موعد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ℹ️ بطاقة معلومات النظام (نوع المستخدم، التاريخ، الوقت)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إدارة الأقسام والتخصصات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Departments &amp; Specialists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تنظيم الأقسام الطبية والتخصصات</a:t>
            </a:r>
            <a:br/>
            <a:r>
              <a:t>Organizing Medical Departments and Specialties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صفحة الأقسام (Departments) | Departments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جميع الأقسام الطبية في جدول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all medical departments in a table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زر إضافة قسم جديد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Add new department button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أزرار تعديل وحذف وعرض تفاصيل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Edit, delete, and view details buttons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تنسيق احترافي مع Bootstrap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Professional formatting with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جدول (Table) بتنسيق Striped و Hover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🆕 زر "Add New Department" باللون الأخضر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أعمدة: الرقم، اسم القسم،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 الإجراءات: Details (أزرق)، Edit (أصفر)، Delete (أحمر)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Card مع Card-body لتغليف الجدول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🔍 Responsive Table للعرض على الموبايل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صفحة التخصصات (Specialists) | Specialists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التخصصات مع أقسامها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specialties with their departments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Badges ملونة للأقسام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Colored badges for departments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الوصف لكل تخصص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Description display for each specialty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ترقيم تلقائي للصفوف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Automatic row numbering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جدول يعرض: الرقم، اسم التخصص، القسم، الوصف،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🏷️ Badge باللون الأزرق لعرض اسم القسم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عمود Description يعرض تفاصيل التخصص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🔗 ربط كل تخصص بقسمه (Foreign Key)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✨ تصميم نظيف ومنظم مع أيقونات Font Awesome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📱 Responsive Design يعمل على جميع الأجهزة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إدارة الأطباء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Doctors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إدارة كاملة لبيانات الأطباء</a:t>
            </a:r>
            <a:br/>
            <a:r>
              <a:t>Complete Doctors Data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صفحة الأطباء (Doctors) | Doctors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صور الأطباء في الجدول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doctor photos in the table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الاشتراك لكل 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Subscription information for each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حالة النشاط (Active/Not Active)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Activity status (Active/Not Active)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التخصص والقسم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specialty and department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الاتصال الكاملة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Complete contact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98DB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🖼️ عمود للصور (50x50 px) مع صورة افتراضية إذا لم توجد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اسم الطبيب + اللقب (Title) تحت الاسم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🏷️ Badge للتخصص (باللون الأزرق) + اسم القسم تحته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📞 رقم الهاتف الأول للطبيب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Badge أخضر (Active) أو رمادي (Not Active)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حالة الاشتراك: Active (أخضر)، Expiring Soon (برتقالي)، Expired (أحمر)، No Subscription (رمادي)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أزرار: Details، Edit، Delete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إضافة/تعديل طبيب | Add/Edit Doctor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نموذج شامل لبيانات 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Comprehensive form for doctor data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رفع صورة 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Doctor photo upload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اختيار التخصص والقسم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Specialty and department selection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شخصية ومهنية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Personal and professional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بيانات تسجيل الدخول للطبيب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Doctor login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حقول النموذج: الاسم، اللقب، الرقم المدني، الجنس، العنوان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📞 رقمين للهاتف (Tel1, Tel2)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🏥 قائمة منسدلة للتخصص (Specialist Dropdown)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🖼️ حقل رفع الصورة (File Upload) مع Preview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حقل تفاصيل إضافية (Details Textarea)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👤 معلومات المستخدم: Username، Password (للأطباء القادرين على الدخول)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☑️ Checkbox لـ "Can Login" و "Active"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💾 أزرار: Save (أخضر)، Back to List (رمادي)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إدارة المرضى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Patients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إدارة سجلات المرضى</a:t>
            </a:r>
            <a:br/>
            <a:r>
              <a:t>Patient Records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صفحة المرضى (Patients) | Patients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قائمة جميع المرضى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List of all patients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الطبيب المسؤول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assigned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الاتصال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Contact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الرقم المدني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Civil ID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ترقيم تلقائي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Automatic numbering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أعمدة الجدول: الرقم، اسم المريض، الرقم المدني، رقم الهاتف 1، رقم الهاتف 2، الطبيب المسؤول،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عرض اسم الطبيب المسؤول عن كل مريض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📱 عرض رقمي الهاتف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🆔 عرض الرقم المدني (Civil ID)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 الإجراءات: Details، Edit، Delete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🆕 زر "Add New Patient" في أعلى الصفحة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إضافة/تعديل مريض | Add/Edit Patient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نموذج بيانات المريض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Patient data form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ربط المريض بطبيب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Assign patient to a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الاتصال الكاملة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Complete contact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التحقق من البيانات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Data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حقول: اسم المريض، الرقم المدني، رقم الهاتف 1، رقم الهاتف 2، العنوان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قائمة منسدلة لاختيار الطبيب المسؤول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Required Validation على الحقول المهمة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Textarea للعنوان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💾 زر Save لحفظ البيانات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🔙 زر Back to List للعودة للقائمة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إدارة المواعيد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Appointments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جدولة ومتابعة المواعيد</a:t>
            </a:r>
            <a:br/>
            <a:r>
              <a:t>Scheduling and Tracking Appointments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صفحة المواعيد (Appointments) | Appointments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جميع المواعيد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all appointments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حالة الموعد (مجدول، مكتمل، ملغي، لم يحضر)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Appointment status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المريض والطبيب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Patient and doctor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التاريخ والوقت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Date and time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السبب والملاحظات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Reason and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98DB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أعمدة: التاريخ، الوقت، المريض، الطبيب، السبب، الحالة،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⏰ عرض الوقت بتنسيق 24 ساعة (HH:mm)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👥 أسماء المريض والطبيب مع أيقونات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🏷️ Badges ملونة للحالة: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Scheduled (أزرق) - مجدول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Completed (أخضر) - مكتمل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Cancelled (أحمر) - ملغي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No-Show (برتقالي) - لم يحضر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عمود السبب مع اختصار النص الطويل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أزرار: Details، Edit، Delete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إضافة موعد جديد | Create Appointment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اختيار المريض والطبيب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Select patient and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تحديد التاريخ والوقت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Set date and time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إدخال السبب والملاحظات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Enter reason and notes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تحديد الحالة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Set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98DB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👥 قوائم منسدلة لاختيار المريض والطبيب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Date Picker لاختيار التاريخ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⏰ Time Picker لاختيار الوقت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Textarea للسبب (Reason) - حد أقصى 500 حرف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Textarea للملاحظات (Notes)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🏷️ قائمة منسدلة للحالة (Scheduled/Completed/Cancelled/No-Show)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Validation على جميع الحقول المطلوبة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💾 زر Create Appointment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تقويم المواعيد | Appointments Calendar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المواعيد في تقويم شهري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appointments in monthly calendar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تمييز الأيام التي بها مواعيد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Highlight days with appointments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إمكانية التنقل بين الأشهر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Navigate between months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تفاصيل المواعيد عند النقر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Show appointment details on click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تقويم شهري كامل (Monthly Calendar)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تلوين الأيام حسب عدد المواعيد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🔍 عرض قائمة المواعيد لليوم المحدد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◀️ ▶️ أزرار Previous/Next Month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عدادات: إجمالي المواعيد، مواعيد اليوم، مواعيد الشهر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🔗 روابط سريعة لإضافة موعد جديد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إدارة التشخيصات الطبية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Medical Diagnoses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توثيق التشخيصات الطبية</a:t>
            </a:r>
            <a:br/>
            <a:r>
              <a:t>Documenting Medical Diagnoses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صفحة التشخيصات (Diagnoses) | Diagnoses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قائمة جميع التشخيصات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List of all diagnoses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المريض والطبيب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Patient and doctor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تاريخ التشخيص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Diagnosis date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المرفقات (ملفات PDF)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Attachments (PDF files)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حالة النشاط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Active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أعمدة: التاريخ، المريض، الطبيب، تفاصيل التشخيص، الملف المرفق، الحالة،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أسماء المريض والطبيب مع أيقونات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تنسيق التاريخ (dd MMM yyyy)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📄 رابط لتحميل ملف التشخيص إن وجد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Badge أخضر (Active) أو رمادي (Inactive)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اختصار تفاصيل التشخيص الطويلة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أزرار: Details، Edit، Delete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إضافة/تعديل تشخيص | Add/Edit Diagnosis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اختيار المريض والطبيب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Select patient and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تاريخ التشخيص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Diagnosis date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تفاصيل التشخيص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Diagnosis details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رفع ملف PDF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Upload PDF file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تحديد حالة النشاط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Set active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👥 قوائم منسدلة للمريض والطبيب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Date Picker لتاريخ التشخيص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Textarea لتفاصيل التشخيص (كبير ومرن)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📎 File Upload للملف (PDF فقط)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☑️ Checkbox لـ Active Status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Validation على الحقول المطلوبة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💾 زر Save Diagnosis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إدارة الموظفين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Staff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إدارة المساعدين والموظفين</a:t>
            </a:r>
            <a:br/>
            <a:r>
              <a:t>Assistants and Staff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صفحة مساعدي الأطباء | Doctor Assistants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قائمة جميع المساعدين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List of all assistants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الطبيب المسؤول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Assigned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الاتصال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Contact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حالة تسجيل الدخول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Login status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حالة النشاط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Active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74C3C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أعمدة: اسم المساعد، الطبيب، رقم الهاتف 1، رقم الهاتف 2، يمكنه الدخول، نشط،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اسم الطبيب المسؤول مع أيقونة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📱 رقمي الهاتف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🔐 Badge يوضح إذا كان يمكنه تسجيل الدخول (Can Login)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Badge للحالة النشطة (Active/Inactive)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 الإجراءات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صفحة مساعديني (للأطباء) | My Assistants Page (For Doctors)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قائمة مساعدي الطبيب الحالي فقط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List only current doctor's assistants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إضافة مساعد جديد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Add new assistant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إدارة معلومات المساعدين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Manage assistant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74C3C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👥 عرض مساعدي الطبيب المسجل دخوله فقط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➕ زر "Add New Assistant" مخصص للطبيب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نفس مكونات صفحة Doctor Assists ولكن مفلترة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🔒 الطبيب يرى مساعديه فقط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✏️ يمكن للطبيب تعديل بيانات مساعديه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المستخدمين والاشتراكات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Users &amp; Subscriptions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إدارة المستخدمين واشتراكات الأطباء</a:t>
            </a:r>
            <a:br/>
            <a:r>
              <a:t>Managing Users and Doctor Subscriptions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صفحة المستخدمين (Users) | Users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قائمة جميع مستخدمي النظام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List of all system users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الأدوار والصلاحيات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Roles and permissions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الاتصال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Contact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حالة النشاط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Active status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الوظيفة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Job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C3E5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أعمدة: اسم المستخدم، الاسم الكامل، رقم الهاتف، الوظيفة، الدور، نشط،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🎭 Badge للدور (Role) بألوان مختلفة: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Super Admin (أزرق داكن)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Admin (أزرق)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Doctor (أخضر)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Assistant (برتقالي)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Receptionist (أصفر)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Badge للحالة النشطة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أزرار: Details، Edit، Delete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صفحة اشتراكات الأطباء | Doctor Subscriptions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إدارة اشتراكات الأطباء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Manage doctor subscriptions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تواريخ البدء والانتهاء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Start and end dates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نوع الاشتراك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Subscription type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الحالة والأيام المتبقية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Status and remaining days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تنبيهات الانتهاء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Expiration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أعمدة: الطبيب، نوع الاشتراك، تاريخ البدء، تاريخ الانتهاء، نشط، الحالة، الإجراءات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اسم الطبيب مع تخصصه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تنسيق التواريخ واضح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🏷️ Badges ملونة للحالة: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Active (أخضر) - نشط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Expiring Soon (برتقالي) - سينتهي قريباً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Expired (أحمر) - منتهي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عرض الأيام المتبقية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Checkbox للحالة النشطة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التقارير والإحصائيات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Reports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تقارير شاملة وقابلة للتصدير</a:t>
            </a:r>
            <a:br/>
            <a:r>
              <a:t>Comprehensive and Exportable Reports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صفحة التقارير الرئيسية | Main Reports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6 أنواع من التقارير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6 types of reports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بطاقات كبيرة وجذابة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Large attractive cards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تصدير Excel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Excel export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فلترة متقدمة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Advanced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6 بطاقات تقارير رئيسية: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1️⃣ تقرير الأطباء (Doctors Report) - أزرق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2️⃣ تقرير المرضى (Patients Report) - أخضر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3️⃣ تقرير التشخيصات (Diagnoses Report) - برتقالي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4️⃣ تقرير الإحصائيات (Statistics Report) - أحمر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5️⃣ تقرير المساعدين (Assistants Report) - بنفسجي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6️⃣ تقرير مخصص (Custom Report) - وردي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كل بطاقة بأيقونة كبيرة وعنوان ووصف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🔗 روابط للذهاب لكل تقرير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تقرير الأطباء | Doctors Report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تقرير شامل لجميع الأطباء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Comprehensive report of all doctors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فلترة حسب التخصص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Filter by specialty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تصدير إلى Excel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Export to Excel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كاملة لكل 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Complete information for each doctor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98DB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🔍 قائمة منسدلة لفلترة حسب التخصص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📥 زر "Export to Excel" باللون الأخضر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جدول يعرض: الرقم، الاسم، التخصص، القسم، الهاتف، الحالة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إحصائيات: إجمالي الأطباء، النشطين، غير النشطين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تصميم نظيف مع Badges ملونة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📄 تصدير Excel مع تنسيق احترافي (ClosedXML)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تقرير المرضى | Patients Report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تقرير شامل لجميع المرضى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Comprehensive report of all patients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فلترة حسب 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Filter by doctor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الاتصال الكاملة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Complete contact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تصدير Excel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Excel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🔍 قائمة منسدلة لفلترة حسب الطبيب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📥 زر تصدير Excel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أعمدة: الاسم، الرقم المدني، الهاتف، العنوان، الطبيب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عرض اسم الطبيب المسؤول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إحصائيات عدد المرضى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📄 ملف Excel منسق ومنظم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تقرير التشخيصات | Diagnoses Report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تقرير تفصيلي للتشخيصات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Detailed diagnoses report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فلترة متعددة (تاريخ، طبيب، مريض)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Multiple filters (date, doctor, patient)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نطاقات التاريخ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Date ranges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تفاصيل التشخيص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Diagnosis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فلتر نطاق التاريخ (From Date - To Date)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قائمة منسدلة للطبيب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👥 قائمة منسدلة للمريض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🔍 زر "Filter" لتطبيق الفلاتر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📥 زر "Export to Excel"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جدول: التاريخ، المريض، الطبيب، التفاصيل، الملف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إحصائيات: إجمالي التشخيصات، النشطة، غير النشطة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تقرير الإحصائيات | Statistics Report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إحصائيات شاملة للنظام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Comprehensive system statistics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رسوم بيانية (Charts)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Charts and graphs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بطاقات إحصائية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Statistical cards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تقرير قابل للطباعة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Printable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74C3C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8 بطاقات إحصائية رئيسية: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إجمالي الأطباء، الأطباء النشطين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إجمالي المرضى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إجمالي التشخيصات، تشخيصات الشهر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إجمالي المواعيد، مواعيد اليوم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📈 رسوم بيانية (إن وجدت)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🎨 بطاقات ملونة بألوان مختلفة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🖨️ زر Print Report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الملف الشخصي والإعدادات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Profile &amp; Settings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إدارة الملف الشخصي</a:t>
            </a:r>
            <a:br/>
            <a:r>
              <a:t>Managing Personal Profile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الملف الشخصي للمدير | Admin Profile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معلومات المدير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admin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تعديل البيانات الشخصية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Edit personal data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تغيير كلمة المرور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Change password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الحساب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Account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C3E5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👤 بطاقة معلومات المستخدم: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اسم المستخدم (Username)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الاسم الكامل (Full Name)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رقم الهاتف (Phone)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الوظيفة (Job Title)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الدور (Role)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✏️ زر "Edit Profile" للتعديل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🔐 زر "Change Password" لتغيير كلمة المرور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آخر تسجيل دخول (Last Login)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498DB"/>
                </a:solidFill>
              </a:defRPr>
            </a:pPr>
            <a:r>
              <a:t>الملف الشخصي للطبيب | Doctor Profile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الطبيب الكاملة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Complete doctor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الصورة الشخصية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Profile picture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التخصص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Specialty information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معلومات الاشتراك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Subscription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498DB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🖼️ صورة الطبيب الشخصية (كبيرة)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بطاقة معلومات: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الاسم واللقب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التخصص والقسم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الرقم المدني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الهاتف والعنوان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بطاقة الاشتراك: نوع، تاريخ البدء/الانتهاء، الأيام المتبقية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✏️ زر تعديل المعلومات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🔐 زر تغيير كلمة المرور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صفحة تغيير كلمة المرور | Change Password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نموذج آمن لتغيير كلمة المرور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Secure password change form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التحقق من كلمة المرور الحالية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Verify current password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تأكيد كلمة المرور الجديدة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Confirm new password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Validation قوي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Strong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74C3C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🔐 3 حقول: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1. كلمة المرور الحالية (Current Password)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2. كلمة المرور الجديدة (New Password)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3. تأكيد كلمة المرور (Confirm Password)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✅ Validation: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كلمة المرور الحالية صحيحة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كلمة المرور الجديدة مختلفة عن الحالية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التأكيد يطابق كلمة المرور الجديدة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💾 زر "Change Password"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🔙 زر "Cancel" للإلغاء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5400" b="1">
                <a:solidFill>
                  <a:srgbClr val="FFFFFF"/>
                </a:solidFill>
              </a:defRPr>
            </a:pPr>
            <a:r>
              <a:t>صفحات خاصة</a:t>
            </a:r>
          </a:p>
          <a:p>
            <a:pPr algn="ctr">
              <a:defRPr sz="4400">
                <a:solidFill>
                  <a:srgbClr val="3498DB"/>
                </a:solidFill>
              </a:defRPr>
            </a:pPr>
            <a:r>
              <a:t>Special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صفحات إضافية مميزة</a:t>
            </a:r>
            <a:br/>
            <a:r>
              <a:t>Additional Special Pages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7AE60"/>
                </a:solidFill>
              </a:defRPr>
            </a:pPr>
            <a:r>
              <a:t>تقارير الطبيب الشخصية | Doctor Personal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تقارير خاصة بالطبيب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Doctor-specific reports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مرضاي (My Patients)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My patients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مواعيدي (My Appointments)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My appointments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7AE60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👥 تقرير "مرضاي" (My Patients):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قائمة مرضى الطبيب فقط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إحصائيات عدد المرضى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تصدير Excel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تقرير "مواعيدي" (My Appointments):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مواعيد الطبيب فقط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فلترة حسب التاريخ والحالة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إحصائيات المواعيد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📊 كل تقرير مفلتر حسب الطبيب المسجل دخوله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</a:defRPr>
            </a:pPr>
            <a:r>
              <a:t>تقارير المساعد | Assistant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تقارير خاصة بالمساعد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Assistant-specific reports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مرضى الطبيب المسؤول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Assigned doctor's patients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المواعيد التي أنشأها المساعد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Appointments created by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39C12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👨‍⚕️ تقرير مرضى الطبيب (Doctor Patients):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مرضى الطبيب المسؤول عن المساعد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إحصائيات وتصدير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📅 تقرير المواعيد المُنشأة (My Created Appointments):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المواعيد التي أنشأها المساعد فقط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معلومات كاملة عن كل موعد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🔒 صلاحيات محدودة حسب الدور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</a:defRPr>
            </a:pPr>
            <a:r>
              <a:t>صفحات الحذف | Delete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تأكيد الحذف قبل التنفيذ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Confirm before deletion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التفاصيل المراد حذفها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Display details to be deleted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تحذيرات واضحة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Clear warnings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إمكانية الإلغاء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Ability to cancel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E74C3C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⚠️ رسالة تحذير كبيرة (Alert Box)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عرض جميع تفاصيل العنصر المراد حذفه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❓ سؤال تأكيد: "Are you sure you want to delete this?"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🔴 زر "Delete" باللون الأحمر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⚪ زر "Cancel" باللون الرمادي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🔒 بعض الصفحات تستخدم Soft Delete (حذف منطقي)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📝 حقل لإدخال سبب الحذف (في صفحة Appointments)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8E44AD"/>
                </a:solidFill>
              </a:defRPr>
            </a:pPr>
            <a:r>
              <a:t>صفحات التفاصيل | Details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C3E50"/>
                </a:solidFill>
              </a:defRPr>
            </a:pPr>
            <a:r>
              <a:t>الميزات الرئيسية | Main Features: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عرض تفصيلي لجميع البيانات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Detailed display of all data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تنسيق منظم ومنسق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Organized and formatted layout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أيقونات توضيحية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Descriptive icons</a:t>
            </a:r>
          </a:p>
          <a:p>
            <a:pPr>
              <a:spcAft>
                <a:spcPts val="400"/>
              </a:spcAft>
              <a:defRPr sz="1400">
                <a:solidFill>
                  <a:srgbClr val="2C3E50"/>
                </a:solidFill>
              </a:defRPr>
            </a:pPr>
            <a:r>
              <a:t>• أزرار إجراءات سريعة</a:t>
            </a:r>
          </a:p>
          <a:p>
            <a:pPr lvl="1">
              <a:spcAft>
                <a:spcPts val="800"/>
              </a:spcAft>
              <a:defRPr sz="1200">
                <a:solidFill>
                  <a:srgbClr val="555555"/>
                </a:solidFill>
              </a:defRPr>
            </a:pPr>
            <a:r>
              <a:t>Quick action buttons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E44AD"/>
                </a:solidFill>
              </a:defRPr>
            </a:pPr>
            <a:r>
              <a:t>المكونات | Components: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📄 بطاقة كبيرة (Card) تعرض جميع التفاصيل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🏷️ Labels مع أيقونات Font Awesome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📋 عرض منظم للبيانات (Definition List أو Table)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🖼️ عرض الصور إن وجدت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📎 روابط للملفات المرفقة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🔧 أزرار في الأسفل: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Edit (أصفر)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Delete (أحمر)</a:t>
            </a:r>
          </a:p>
          <a:p>
            <a:pPr>
              <a:spcAft>
                <a:spcPts val="400"/>
              </a:spcAft>
              <a:defRPr sz="1300">
                <a:solidFill>
                  <a:srgbClr val="2C3E50"/>
                </a:solidFill>
              </a:defRPr>
            </a:pPr>
            <a:r>
              <a:t>✓   • Back to List (رمادي)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4800" b="1">
                <a:solidFill>
                  <a:srgbClr val="FFFFFF"/>
                </a:solidFill>
              </a:defRPr>
            </a:pPr>
            <a:r>
              <a:t>ملخص صفحات النظام</a:t>
            </a:r>
          </a:p>
          <a:p>
            <a:pPr algn="ctr">
              <a:defRPr sz="4000">
                <a:solidFill>
                  <a:srgbClr val="3498DB"/>
                </a:solidFill>
              </a:defRPr>
            </a:pPr>
            <a:r>
              <a:t>System Pages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📝 1 صفحة تسجيل دخول (Login Page)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🏠 1 لوحة تحكم رئيسية (Dashboard)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📊 17 مجموعة صفحات إدارية (CRUD Pages)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📈 6 صفحات تقارير (Reports)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👤 3 صفحات ملف شخصي (Profile Pages)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📅 1 صفحة تقويم المواعيد (Calendar)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📱 جميع الصفحات Responsive ومتجاوبة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🎨 تصميم موحد مع Bootstrap 5 و Font Awesome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🔒 نظام صلاحيات كامل لكل صفحة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✅ نماذج بـ Validation كاملة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600"/>
              </a:spcAft>
              <a:defRPr sz="7000" b="1">
                <a:solidFill>
                  <a:srgbClr val="FFFFFF"/>
                </a:solidFill>
              </a:defRPr>
            </a:pPr>
            <a:r>
              <a:t>شكراً</a:t>
            </a:r>
          </a:p>
          <a:p>
            <a:pPr algn="ctr">
              <a:defRPr sz="6000" b="1">
                <a:solidFill>
                  <a:srgbClr val="3498D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7AE60"/>
                </a:solidFill>
              </a:defRPr>
            </a:pPr>
            <a:r>
              <a:t>نظام إدارة العيادات - Clinic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